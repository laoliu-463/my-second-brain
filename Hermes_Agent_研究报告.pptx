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Hermes Agent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深度研究报告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基于横纵研究法 | AI Coding Agent 赛道分析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3566160"/>
            <a:ext cx="274320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2026-04-25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什么是 Hermes Agent？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2560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一个真正能把 AI 能力嵌入数字生活每一个角落的操作系统级入口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核心定位：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 AI Agent 框架 | 多平台覆盖 | 开源可扩展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关键能力：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工具调用 (Terminal/Browser/File/Web)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多平台消息路由 (Telegram/Discord/QQ/飞书...)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持久化记忆与跨会话上下文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Skill 生态系统 (50+ 预置技能)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纵向分析：发展历程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258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874520"/>
            <a:ext cx="36576" cy="3200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097280"/>
            <a:ext cx="73152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54480" y="11887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单兵时代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55448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纯命令行工具，聚焦文件操作、终端命令、Git 操作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2860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1248" y="2834640"/>
            <a:ext cx="36576" cy="3200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3" name="Shape 11"/>
          <p:cNvSpPr/>
          <p:nvPr/>
        </p:nvSpPr>
        <p:spPr>
          <a:xfrm>
            <a:off x="1371600" y="2057400"/>
            <a:ext cx="73152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554480" y="21488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连接时代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251460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多平台接入，home channel 概念，定时任务支持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2461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2024-25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1248" y="3794760"/>
            <a:ext cx="36576" cy="3200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9" name="Shape 17"/>
          <p:cNvSpPr/>
          <p:nvPr/>
        </p:nvSpPr>
        <p:spPr>
          <a:xfrm>
            <a:off x="1371600" y="3017520"/>
            <a:ext cx="73152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554480" y="31089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工具生态爆发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347472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系统成熟，MCP 协议，Memory 持久化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2062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371600" y="3977640"/>
            <a:ext cx="73152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554480" y="40690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智能化深化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554480" y="443484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上下文压缩，prompt caching，多模态融合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横向分析：竞品对比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2103120"/>
                <a:gridCol w="2194560"/>
              </a:tblGrid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维度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Hermes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Code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Cursor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交互形态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多平台 + CLI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专用 CLI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嵌入式 IDE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多会话记忆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原生支持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平台覆盖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10+ 平台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仅 CLI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仅编辑器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开源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完全开源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闭源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闭源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 生态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50+ 技能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基础工具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专注代码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差异化优势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6459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🌐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55448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随时随地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18745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多平台无缝切换，任务不中断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73152" cy="16459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🧩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85216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生态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852160" y="18745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开箱即用的能力扩展市场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73152" cy="16459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91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🏢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554480" y="3291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企业基因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37947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DevOps/CI/CD 深度集成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017520"/>
            <a:ext cx="73152" cy="16459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3291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🔓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5852160" y="3291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完全开源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852160" y="37947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不被平台锁定，完全可控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未来展望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417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2025：聚焦开发者社区，Skill 生态爆发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14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423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2026：企业级用例成为主要增长点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3474720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52044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3429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2027：与硬件结合的入口级产品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核心观点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 Agent 不是一个更聪明的聊天机器人，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而是一个真正能把 AI 能力嵌入你数字生活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每一个角落的</a:t>
            </a:r>
            <a:pPr algn="ctr"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操作系统级入口</a:t>
            </a:r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0" y="3657600"/>
            <a:ext cx="365760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谢谢大家！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Hermes Agent 深度研究报告</dc:title>
  <dc:subject>PptxGenJS Presentation</dc:subject>
  <dc:creator>Hermes Agent</dc:creator>
  <cp:lastModifiedBy>Hermes Agent</cp:lastModifiedBy>
  <cp:revision>1</cp:revision>
  <dcterms:created xsi:type="dcterms:W3CDTF">2026-04-25T08:49:52Z</dcterms:created>
  <dcterms:modified xsi:type="dcterms:W3CDTF">2026-04-25T08:49:52Z</dcterms:modified>
</cp:coreProperties>
</file>