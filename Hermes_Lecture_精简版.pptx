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HERMES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让你的电脑拥有 Jarvis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实战演示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18288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大学水课分享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 Hermes Agent？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一个能帮你真正"干活"的 AI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/ 飞书 / Telegram / Discord...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随时随地找到它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6928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会记忆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跨会话记住上下文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懂你的偏好和需求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749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能执行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114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写代码 / 搜资料 / 管文件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不只是聊天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56616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749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69280" y="4114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技能插件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像手机装 App 一样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现场演示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多平台无缝切换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现场写代码并执行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23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文件处理 + 任务规划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准备好你的手机了吗？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Hermes 和 ChatGPT 有什么区别？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FFEEEE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ChatGPT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能说会道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给答案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说完就忘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只能聊天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EEFFEE"/>
          </a:solidFill>
          <a:ln w="12700">
            <a:solidFill>
              <a:srgbClr val="AAEE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A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Hermes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能说会道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帮做事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记得一切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多平台协同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为什么这很重要？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"帮我写完这段代码" → 直接运行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"帮我分析这份数据" → 自动处理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"明天提醒我开会" → 真正设好闹钟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不再只是"听起来厉害"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而是"真的能帮你省时间"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谢谢大家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3657600" y="3017520"/>
            <a:ext cx="18288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有什么问题吗？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想试试？→ 安装 Hermes Agent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官网: harness.io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Agent - 让你拥有Jarvis</dc:title>
  <dc:subject>PptxGenJS Presentation</dc:subject>
  <dc:creator>Hermes Agent</dc:creator>
  <cp:lastModifiedBy>Hermes Agent</cp:lastModifiedBy>
  <cp:revision>1</cp:revision>
  <dcterms:created xsi:type="dcterms:W3CDTF">2026-04-25T08:58:38Z</dcterms:created>
  <dcterms:modified xsi:type="dcterms:W3CDTF">2026-04-25T08:58:38Z</dcterms:modified>
</cp:coreProperties>
</file>